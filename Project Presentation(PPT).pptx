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7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3E175-6A62-70F0-789D-86B011EA9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B6C49-6BB6-4FB2-B32C-2DB74F9E5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3769CC-764D-CFCF-755F-4C1963A3D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8A14B-C29C-ADCB-3DA4-D723A0E15C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630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C5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A29BF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A29BFE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TaskFlow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Todo Management App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Django (Full Stack Python)</a:t>
            </a:r>
            <a:endParaRPr lang="en-US" sz="1800" dirty="0"/>
          </a:p>
        </p:txBody>
      </p:sp>
      <p:pic>
        <p:nvPicPr>
          <p:cNvPr id="8" name="Image 0" descr="/home/claude/ppt/lo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062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pic>
        <p:nvPicPr>
          <p:cNvPr id="10" name="Image 1" descr="/home/claude/ppt/tag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42062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6324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pic>
        <p:nvPicPr>
          <p:cNvPr id="12" name="Image 2" descr="/home/claude/ppt/flag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42062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9496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1300" dirty="0"/>
          </a:p>
        </p:txBody>
      </p:sp>
      <p:pic>
        <p:nvPicPr>
          <p:cNvPr id="14" name="Image 3" descr="/home/claude/ppt/calenda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420624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72668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822960" y="5440680"/>
            <a:ext cx="1054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Ravi Teja (24AK5A0428)  |  P. Mani Kumar (24AK5A0417)  |  G. P. Ravi Teja (24AK5A0427)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D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778240" y="457200"/>
            <a:ext cx="1280160" cy="1280160"/>
          </a:xfrm>
          <a:prstGeom prst="ellipse">
            <a:avLst/>
          </a:prstGeom>
          <a:solidFill>
            <a:srgbClr val="F4F3FB"/>
          </a:solidFill>
          <a:ln/>
        </p:spPr>
      </p:sp>
      <p:pic>
        <p:nvPicPr>
          <p:cNvPr id="4" name="Image 0" descr="/home/claude/ppt/warning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82296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554480"/>
            <a:ext cx="6675120" cy="4297680"/>
          </a:xfrm>
          <a:prstGeom prst="roundRect">
            <a:avLst>
              <a:gd name="adj" fmla="val 2553"/>
            </a:avLst>
          </a:prstGeom>
          <a:solidFill>
            <a:srgbClr val="F4F3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1828800"/>
            <a:ext cx="6035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managing daily tasks using paper notes or generic note apps is inefficient and error-prone.</a:t>
            </a:r>
            <a:endParaRPr lang="en-US" sz="1500" dirty="0"/>
          </a:p>
          <a:p>
            <a:pPr marL="0" indent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basic to-do apps lack personalization — they don’t support organizing tasks by importance, category, or deadline.</a:t>
            </a:r>
            <a:endParaRPr lang="en-US" sz="1500" dirty="0"/>
          </a:p>
          <a:p>
            <a:pPr marL="0" indent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a secure, multi-user platform where they can: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tasks by priority (High / Medium / Low)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tasks into custom categories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due dates and get overdue alerts</a:t>
            </a:r>
            <a:endParaRPr lang="en-US" sz="15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personal data private with login-based access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589520" y="1554480"/>
            <a:ext cx="3931920" cy="4297680"/>
          </a:xfrm>
          <a:prstGeom prst="roundRect">
            <a:avLst>
              <a:gd name="adj" fmla="val 2791"/>
            </a:avLst>
          </a:prstGeom>
          <a:solidFill>
            <a:srgbClr val="6C5CE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5528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955280" y="23774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secure web app to plan, prioritize, and track personal tasks — anytime, anywhere.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955280" y="4206240"/>
            <a:ext cx="3200400" cy="0"/>
          </a:xfrm>
          <a:prstGeom prst="line">
            <a:avLst/>
          </a:prstGeom>
          <a:noFill/>
          <a:ln w="12700">
            <a:solidFill>
              <a:srgbClr val="A29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Django?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development, built-in auth &amp; admin, secure ORM, and clean MVT architecture.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D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/ Approach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Django’s MVT (Model-View-Template) architecture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4F3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ppt/database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574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Modeling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Todo &amp; Category models linked to Django's User model via ForeignKey relationships.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80560" y="169164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4F3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92024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/home/claude/ppt/lo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0574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Authentication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09160" y="30175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secure Register / Login / Logout using Django's built-in auth system.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321040" y="169164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4F3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9640" y="192024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2" descr="/home/claude/ppt/cogs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20574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CRUD Logic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49640" y="30175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views for Create, Read, Update, Delete with form validation using ModelForms.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4F3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25196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3" descr="/home/claude/ppt/search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3891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4983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Filtering &amp; Search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68680" y="5349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dynamic filters for status, priority, category and keyword search via QuerySets.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80560" y="4023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4F3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09160" y="425196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4" descr="/home/claude/ppt/palette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438912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09160" y="4983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UI Design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709160" y="5349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a responsive interface with Bootstrap 5 and a custom purple-gradient theme.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321040" y="4023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4F3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49640" y="425196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1" name="Image 5" descr="/home/claude/ppt/chart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0" y="438912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49640" y="4983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Dashboard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549640" y="5349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live stats cards showing total, pending, and completed task counts.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D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/ Outcome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3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functional, multi-user Todo web application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F4F3FB"/>
          </a:solidFill>
          <a:ln/>
        </p:spPr>
      </p:sp>
      <p:pic>
        <p:nvPicPr>
          <p:cNvPr id="5" name="Image 0" descr="/home/claude/ppt/userplus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81051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91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registration &amp; login — each user manages their own private tasks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377440"/>
            <a:ext cx="502920" cy="502920"/>
          </a:xfrm>
          <a:prstGeom prst="ellipse">
            <a:avLst/>
          </a:prstGeom>
          <a:solidFill>
            <a:srgbClr val="F4F3FB"/>
          </a:solidFill>
          <a:ln/>
        </p:spPr>
      </p:sp>
      <p:pic>
        <p:nvPicPr>
          <p:cNvPr id="8" name="Image 1" descr="/home/claude/ppt/tags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249631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3774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Custom, color-coded categories (Work, Personal, Study, etc.)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F4F3FB"/>
          </a:solidFill>
          <a:ln/>
        </p:spPr>
      </p:sp>
      <p:pic>
        <p:nvPicPr>
          <p:cNvPr id="11" name="Image 2" descr="/home/claude/ppt/flag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18211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063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tagging — High / Medium / Low with color indicators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F4F3FB"/>
          </a:solidFill>
          <a:ln/>
        </p:spPr>
      </p:sp>
      <p:pic>
        <p:nvPicPr>
          <p:cNvPr id="14" name="Image 3" descr="/home/claude/ppt/calendar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386791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3749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 &amp; time tracking with automatic overdue highlighting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F4F3FB"/>
          </a:solidFill>
          <a:ln/>
        </p:spPr>
      </p:sp>
      <p:pic>
        <p:nvPicPr>
          <p:cNvPr id="17" name="Image 4" descr="/home/claude/ppt/search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455371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80160" y="44348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and multi-filter (status, priority, category)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40080" y="5120640"/>
            <a:ext cx="502920" cy="502920"/>
          </a:xfrm>
          <a:prstGeom prst="ellipse">
            <a:avLst/>
          </a:prstGeom>
          <a:solidFill>
            <a:srgbClr val="F4F3FB"/>
          </a:solidFill>
          <a:ln/>
        </p:spPr>
      </p:sp>
      <p:pic>
        <p:nvPicPr>
          <p:cNvPr id="20" name="Image 5" descr="/home/claude/ppt/check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" y="5239512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80160" y="5120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— add, edit, mark complete/incomplete, delete tasks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7406640" y="1554480"/>
            <a:ext cx="4206240" cy="4754880"/>
          </a:xfrm>
          <a:prstGeom prst="roundRect">
            <a:avLst>
              <a:gd name="adj" fmla="val 2609"/>
            </a:avLst>
          </a:prstGeom>
          <a:solidFill>
            <a:srgbClr val="F4F3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7635240" y="178308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6C5CE7"/>
          </a:solidFill>
          <a:ln/>
        </p:spPr>
      </p:sp>
      <p:sp>
        <p:nvSpPr>
          <p:cNvPr id="24" name="Text 16"/>
          <p:cNvSpPr/>
          <p:nvPr/>
        </p:nvSpPr>
        <p:spPr>
          <a:xfrm>
            <a:off x="7818120" y="1783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Tasks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7635240" y="2423160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6C5CE7"/>
          </a:solidFill>
          <a:ln/>
        </p:spPr>
      </p:sp>
      <p:sp>
        <p:nvSpPr>
          <p:cNvPr id="26" name="Text 18"/>
          <p:cNvSpPr/>
          <p:nvPr/>
        </p:nvSpPr>
        <p:spPr>
          <a:xfrm>
            <a:off x="7635240" y="246888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27" name="Text 19"/>
          <p:cNvSpPr/>
          <p:nvPr/>
        </p:nvSpPr>
        <p:spPr>
          <a:xfrm>
            <a:off x="7635240" y="283464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8933688" y="2423160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FDCB6E"/>
          </a:solidFill>
          <a:ln/>
        </p:spPr>
      </p:sp>
      <p:sp>
        <p:nvSpPr>
          <p:cNvPr id="29" name="Text 21"/>
          <p:cNvSpPr/>
          <p:nvPr/>
        </p:nvSpPr>
        <p:spPr>
          <a:xfrm>
            <a:off x="8933688" y="246888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2"/>
          <p:cNvSpPr/>
          <p:nvPr/>
        </p:nvSpPr>
        <p:spPr>
          <a:xfrm>
            <a:off x="8933688" y="283464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10232136" y="2423160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00B894"/>
          </a:solidFill>
          <a:ln/>
        </p:spPr>
      </p:sp>
      <p:sp>
        <p:nvSpPr>
          <p:cNvPr id="32" name="Text 24"/>
          <p:cNvSpPr/>
          <p:nvPr/>
        </p:nvSpPr>
        <p:spPr>
          <a:xfrm>
            <a:off x="10232136" y="246888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10232136" y="283464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7635240" y="342900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635240" y="3429000"/>
            <a:ext cx="64008" cy="73152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6" name="Text 28"/>
          <p:cNvSpPr/>
          <p:nvPr/>
        </p:nvSpPr>
        <p:spPr>
          <a:xfrm>
            <a:off x="7818120" y="3502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report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7818120" y="381304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A29BFE"/>
          </a:solidFill>
          <a:ln/>
        </p:spPr>
      </p:sp>
      <p:sp>
        <p:nvSpPr>
          <p:cNvPr id="38" name="Text 30"/>
          <p:cNvSpPr/>
          <p:nvPr/>
        </p:nvSpPr>
        <p:spPr>
          <a:xfrm>
            <a:off x="7818120" y="38130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900" dirty="0"/>
          </a:p>
        </p:txBody>
      </p:sp>
      <p:pic>
        <p:nvPicPr>
          <p:cNvPr id="39" name="Image 6" descr="/home/claude/ppt/check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35640" y="3657600"/>
            <a:ext cx="274320" cy="274320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7635240" y="429768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7635240" y="4297680"/>
            <a:ext cx="64008" cy="731520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42" name="Text 33"/>
          <p:cNvSpPr/>
          <p:nvPr/>
        </p:nvSpPr>
        <p:spPr>
          <a:xfrm>
            <a:off x="7818120" y="4370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groceries</a:t>
            </a:r>
            <a:endParaRPr lang="en-US" sz="1200" dirty="0"/>
          </a:p>
        </p:txBody>
      </p:sp>
      <p:sp>
        <p:nvSpPr>
          <p:cNvPr id="43" name="Shape 34"/>
          <p:cNvSpPr/>
          <p:nvPr/>
        </p:nvSpPr>
        <p:spPr>
          <a:xfrm>
            <a:off x="7818120" y="468172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A29BFE"/>
          </a:solidFill>
          <a:ln/>
        </p:spPr>
      </p:sp>
      <p:sp>
        <p:nvSpPr>
          <p:cNvPr id="44" name="Text 35"/>
          <p:cNvSpPr/>
          <p:nvPr/>
        </p:nvSpPr>
        <p:spPr>
          <a:xfrm>
            <a:off x="7818120" y="46817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900" dirty="0"/>
          </a:p>
        </p:txBody>
      </p:sp>
      <p:pic>
        <p:nvPicPr>
          <p:cNvPr id="45" name="Image 7" descr="/home/claude/ppt/check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35640" y="4526280"/>
            <a:ext cx="274320" cy="274320"/>
          </a:xfrm>
          <a:prstGeom prst="rect">
            <a:avLst/>
          </a:prstGeom>
        </p:spPr>
      </p:pic>
      <p:sp>
        <p:nvSpPr>
          <p:cNvPr id="46" name="Shape 36"/>
          <p:cNvSpPr/>
          <p:nvPr/>
        </p:nvSpPr>
        <p:spPr>
          <a:xfrm>
            <a:off x="7635240" y="516636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7635240" y="5166360"/>
            <a:ext cx="64008" cy="731520"/>
          </a:xfrm>
          <a:prstGeom prst="rect">
            <a:avLst/>
          </a:prstGeom>
          <a:solidFill>
            <a:srgbClr val="FF7675"/>
          </a:solidFill>
          <a:ln/>
        </p:spPr>
      </p:sp>
      <p:sp>
        <p:nvSpPr>
          <p:cNvPr id="48" name="Text 38"/>
          <p:cNvSpPr/>
          <p:nvPr/>
        </p:nvSpPr>
        <p:spPr>
          <a:xfrm>
            <a:off x="7818120" y="5239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slides</a:t>
            </a:r>
            <a:endParaRPr lang="en-US" sz="1200" dirty="0"/>
          </a:p>
        </p:txBody>
      </p:sp>
      <p:sp>
        <p:nvSpPr>
          <p:cNvPr id="49" name="Shape 39"/>
          <p:cNvSpPr/>
          <p:nvPr/>
        </p:nvSpPr>
        <p:spPr>
          <a:xfrm>
            <a:off x="7818120" y="555040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A29BFE"/>
          </a:solidFill>
          <a:ln/>
        </p:spPr>
      </p:sp>
      <p:sp>
        <p:nvSpPr>
          <p:cNvPr id="50" name="Text 40"/>
          <p:cNvSpPr/>
          <p:nvPr/>
        </p:nvSpPr>
        <p:spPr>
          <a:xfrm>
            <a:off x="7818120" y="55504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900" dirty="0"/>
          </a:p>
        </p:txBody>
      </p:sp>
      <p:pic>
        <p:nvPicPr>
          <p:cNvPr id="51" name="Image 8" descr="/home/claude/ppt/check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35640" y="539496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C5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A29BF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A29BFE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66751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TaskFlow demonstrates a complete full-stack Python web application built on Django’s MVT architecture.</a:t>
            </a:r>
            <a:endParaRPr lang="en-US" sz="170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covers key full-stack development skills: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design with ForeignKey relationships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&amp; session management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handling, validation, and CRUD operations</a:t>
            </a:r>
            <a:endParaRPr lang="en-US" sz="17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modern frontend design with Bootstrap 5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955280" y="173736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/home/claude/ppt/bulb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20116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66760" y="320040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reminders for due tasks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task reordering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toggle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for mobile app integration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5C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A76422-2060-856B-FC8A-C57D64DE8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0B208B-8ED4-0793-36AA-D8984014B612}"/>
              </a:ext>
            </a:extLst>
          </p:cNvPr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A29BFE">
              <a:alpha val="30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0F71880-6A40-2525-C8A7-FF65E56B43C7}"/>
              </a:ext>
            </a:extLst>
          </p:cNvPr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A29BFE">
              <a:alpha val="30000"/>
            </a:srgbClr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B11D428-D859-2B5B-BC44-75AED6F0A3E1}"/>
              </a:ext>
            </a:extLst>
          </p:cNvPr>
          <p:cNvSpPr/>
          <p:nvPr/>
        </p:nvSpPr>
        <p:spPr>
          <a:xfrm>
            <a:off x="3261360" y="20116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Thank you!</a:t>
            </a:r>
            <a:endParaRPr lang="en-US" sz="8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B00A513-9B45-FEC6-BB7B-063CDCE3867D}"/>
              </a:ext>
            </a:extLst>
          </p:cNvPr>
          <p:cNvSpPr/>
          <p:nvPr/>
        </p:nvSpPr>
        <p:spPr>
          <a:xfrm>
            <a:off x="2470785" y="4892040"/>
            <a:ext cx="66751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endParaRPr lang="en-US" sz="1700" dirty="0"/>
          </a:p>
        </p:txBody>
      </p:sp>
      <p:pic>
        <p:nvPicPr>
          <p:cNvPr id="7" name="Image 0" descr="/home/claude/ppt/bulb_p.png">
            <a:extLst>
              <a:ext uri="{FF2B5EF4-FFF2-40B4-BE49-F238E27FC236}">
                <a16:creationId xmlns:a16="http://schemas.microsoft.com/office/drawing/2014/main" id="{24A983A9-7607-BA6F-6921-326D0F2AE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2011680"/>
            <a:ext cx="548640" cy="54864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F702B1C4-9BAA-EA5D-95DF-2F6A76D11C2D}"/>
              </a:ext>
            </a:extLst>
          </p:cNvPr>
          <p:cNvSpPr/>
          <p:nvPr/>
        </p:nvSpPr>
        <p:spPr>
          <a:xfrm>
            <a:off x="818388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0F13D03A-D2C1-5F09-B265-389ACB63220D}"/>
              </a:ext>
            </a:extLst>
          </p:cNvPr>
          <p:cNvSpPr/>
          <p:nvPr/>
        </p:nvSpPr>
        <p:spPr>
          <a:xfrm>
            <a:off x="1981200" y="31775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TaskFlow — Mini Project Presentation</a:t>
            </a:r>
            <a:endParaRPr lang="en-US" sz="1800" dirty="0">
              <a:solidFill>
                <a:srgbClr val="FFC000"/>
              </a:solidFill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F69166ED-7E66-53AA-C67E-D5A8925B8DC4}"/>
              </a:ext>
            </a:extLst>
          </p:cNvPr>
          <p:cNvSpPr/>
          <p:nvPr/>
        </p:nvSpPr>
        <p:spPr>
          <a:xfrm>
            <a:off x="1828800" y="40919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E6E27A-28FD-B04F-08D7-B6EA313718C9}"/>
              </a:ext>
            </a:extLst>
          </p:cNvPr>
          <p:cNvSpPr txBox="1"/>
          <p:nvPr/>
        </p:nvSpPr>
        <p:spPr>
          <a:xfrm>
            <a:off x="1828800" y="5419873"/>
            <a:ext cx="8001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Bahnschrift SemiBold" panose="020B0502040204020203" pitchFamily="34" charset="0"/>
                <a:ea typeface="Calibri" pitchFamily="34" charset="-122"/>
                <a:cs typeface="Calibri" pitchFamily="34" charset="-120"/>
              </a:rPr>
              <a:t>K. Ravi Teja, P. Mani Kumar, G. P. Ravi Teja  |  ECE, AITS Tirupati  |  github.com/ra816</a:t>
            </a:r>
            <a:endParaRPr lang="en-US" sz="16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865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497</Words>
  <Application>Microsoft Office PowerPoint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Bahnschrift SemiBold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TaskFlow - Django Todo App</dc:title>
  <dc:subject>PptxGenJS Presentation</dc:subject>
  <dc:creator>CRT 2027 Batch</dc:creator>
  <cp:lastModifiedBy>24AK5A0428 K RAVITEJA</cp:lastModifiedBy>
  <cp:revision>2</cp:revision>
  <dcterms:created xsi:type="dcterms:W3CDTF">2026-06-21T04:31:50Z</dcterms:created>
  <dcterms:modified xsi:type="dcterms:W3CDTF">2026-06-21T07:31:11Z</dcterms:modified>
</cp:coreProperties>
</file>